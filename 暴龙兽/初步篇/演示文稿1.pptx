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76"/>
  </p:normalViewPr>
  <p:slideViewPr>
    <p:cSldViewPr snapToGrid="0">
      <p:cViewPr varScale="1">
        <p:scale>
          <a:sx n="114" d="100"/>
          <a:sy n="114" d="100"/>
        </p:scale>
        <p:origin x="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F92855-6D37-3EDC-20EC-555D82C47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7AFE1-AC26-6843-3FD4-62C7B99E2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1B848D-AF42-B996-201F-A378057E0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219E4-D96D-DC4E-A98F-BFA5066268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1D2185-E8C8-A3E5-607D-AF39D21DA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1C136C-92D6-63AF-7629-ABA8E2E4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CE3C0-BD46-5D4D-821C-17598C8EE8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1293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C6CD9-4F6B-C002-332E-CF0C35476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8AD67C-231C-755B-F980-B89B42FD1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400182-6057-EA90-5311-C8653BEF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219E4-D96D-DC4E-A98F-BFA5066268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6E1190-F6FF-1D69-3E06-82876553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BF31ED-5EB7-3D84-6E5F-560F8241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CE3C0-BD46-5D4D-821C-17598C8EE8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758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E2939E-C1DE-C21C-2ACE-061686DE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5CB878-06AF-E368-B2B3-8CF075E87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55DA73-629E-8057-7B3A-F536FC3D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219E4-D96D-DC4E-A98F-BFA5066268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F53D2F-E716-F91E-D0DE-B93526933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52BBA4-279E-AA41-0418-055BFF12B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CE3C0-BD46-5D4D-821C-17598C8EE8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6973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0CCA7-E35B-861A-BEEA-71EF5909E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42EA70-DC00-570A-88CC-1E7E8AEB9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B43AEE-06A8-86D0-0D16-71D21CF13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3436AF-122B-1A7E-4E2A-C63488266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219E4-D96D-DC4E-A98F-BFA5066268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1875CE-8EE2-9373-35F1-B898B8C82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33903A-B902-B96B-81CA-A382E49E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CE3C0-BD46-5D4D-821C-17598C8EE8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990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8C6AD-A196-8B3A-C68A-07B0AAB63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4E2526-E138-D223-9C2A-8B075D138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7ECC54-18A4-CBE5-80E5-5F2F4E678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2AD2DA-F246-D6B5-65A7-DD963BEAC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4F8530C-9095-A57D-707F-10FF57338B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1AF410-2C57-83A6-830A-383FF9C6F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219E4-D96D-DC4E-A98F-BFA5066268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A56E5A-E459-66A2-CF67-F0677306D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A22D2A-DD90-76DC-ECC7-20E08C2A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CE3C0-BD46-5D4D-821C-17598C8EE8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869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779890-9F45-C308-E006-42345C2A4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BDE1BFB-BB28-FB4B-4250-C8E0ECA97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219E4-D96D-DC4E-A98F-BFA5066268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125E75-7EC7-2207-B0A2-BF8F422C2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78CEB5-B282-0F77-0E4C-FB3AA869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CE3C0-BD46-5D4D-821C-17598C8EE8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5925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311AF1-A2DF-7F7D-6A1A-ED6C80FC4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219E4-D96D-DC4E-A98F-BFA5066268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2415A3-7AF9-6D12-E6CA-EFE807AE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1A5D59-635D-6B66-030A-6320D2EF3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CE3C0-BD46-5D4D-821C-17598C8EE8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9315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AF3841-AA97-BE1C-47D4-23A08762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2B98D0-21CA-24E7-2421-FDAB3CEB5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14D15D-A895-4AA6-C9D6-2EE2EA5B9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0280BA-BAB6-4F35-EF95-C12DF2997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219E4-D96D-DC4E-A98F-BFA5066268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D920F7-3407-08E0-A67F-422D77456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100960-2F84-FE48-F78D-22628E12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CE3C0-BD46-5D4D-821C-17598C8EE8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6677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5A458-5273-05BF-A812-155EF5DCB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E3813AC-0610-22BC-E061-9DF4BB9CD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90278A-9BD0-B727-6C1D-B59562FCD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2D9772-F2A2-7F9C-883C-DE2609DF3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219E4-D96D-DC4E-A98F-BFA5066268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3E1E31-EA32-BC8B-FF1A-FAD9C6B51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FA787D-65C2-8165-5477-A4AE481A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CE3C0-BD46-5D4D-821C-17598C8EE8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242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97A53-B1AD-F512-212B-75A0427B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97A6A0-6322-3468-E66F-3AB07C0E0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0F7C38-8923-8F06-5C2A-AB99C499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219E4-D96D-DC4E-A98F-BFA5066268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05BAE3-9488-622C-BFEA-A5B740488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61DF87-23BA-FA11-F28B-8CF88753D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CE3C0-BD46-5D4D-821C-17598C8EE8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110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366FD94-6765-5F27-70E1-B2C3C5B21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154F63-450D-2954-FACE-B33241529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9150FE-9E2F-DDD7-0A49-53C9021F9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219E4-D96D-DC4E-A98F-BFA5066268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4FFA0A-C538-4A05-6F44-7A8139BF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21F53C-45E3-C9D8-AA18-010E0C2B7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CE3C0-BD46-5D4D-821C-17598C8EE8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069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4B680D1-67DB-FD56-D513-5F42989FF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9828CC-F760-A0C9-0084-9D82C7B15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A6805E-D2C2-0DC2-3FA1-BF74DBBDF9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219E4-D96D-DC4E-A98F-BFA5066268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5B6937-3AD4-C792-66B1-A3C710E918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0945D0-313E-3A11-E5AC-9581DF30F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CE3C0-BD46-5D4D-821C-17598C8EE8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5669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42BDE7-70A5-2EB0-29F2-EF761C1CEE90}"/>
              </a:ext>
            </a:extLst>
          </p:cNvPr>
          <p:cNvSpPr txBox="1"/>
          <p:nvPr/>
        </p:nvSpPr>
        <p:spPr>
          <a:xfrm>
            <a:off x="2509120" y="2509023"/>
            <a:ext cx="717375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600" dirty="0" err="1"/>
              <a:t>tlzzsxh@gmail.com</a:t>
            </a:r>
            <a:endParaRPr kumimoji="1" lang="zh-CN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296982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Jian Zhao</dc:creator>
  <cp:lastModifiedBy>Jian Zhao</cp:lastModifiedBy>
  <cp:revision>1</cp:revision>
  <dcterms:created xsi:type="dcterms:W3CDTF">2026-09-09T09:04:39Z</dcterms:created>
  <dcterms:modified xsi:type="dcterms:W3CDTF">2026-09-09T09:40:07Z</dcterms:modified>
</cp:coreProperties>
</file>